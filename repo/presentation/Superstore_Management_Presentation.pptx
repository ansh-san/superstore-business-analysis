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has grown every year from 2014 to 2017, but a meaningful share of orders is unprofitable — and management does not currently know why.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718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investigated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profit is leaking out of the business, whether discounting is helping or hurting, and which regions, segments, and products deserve more or less investment.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743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9718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1,871 of 9,994 order lines (about 1 in 5) lost money. Fixing even part of this, without losing sales volume, is pure margin recovery.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Sample Superstore — 9,994 US retail order lines, 2014–2017, across Region, Segment, Category and Discount/Profit fields.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6FFF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typed the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(dates, ZIP codes)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Margin %,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Days, Discount Bands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6FFF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Region 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Segment / Discount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971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hypotheses with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&amp; aggregation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(pandas, matplotlib) run in an AI-assisted analysis workflow; see README for full methodology and AI-usage notes.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above ~20% turns orders unprofitable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of -0.86 between discount level and margin 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49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76479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&amp; Bookcases lose money — but only because of discounts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560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earn +$13,276 profit at 0% discount vs. -$17,725 overall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09651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lags on margin, not just sales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 margin vs. West's 14.9%, on similar sales scale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349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409651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Highest-revenue customer isn't the most profitable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customer by sales is net -$1,981 in profit overall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Insight: The 20% Discount Cliff</a:t>
            </a:r>
            <a:endParaRPr lang="en-US" sz="2800" dirty="0"/>
          </a:p>
        </p:txBody>
      </p:sp>
      <p:pic>
        <p:nvPicPr>
          <p:cNvPr id="4" name="Image 0" descr="/home/claude/charts/03_discount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85216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173736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shows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profit margin stays positive through the 0–20% discount range, then flips sharply negative above 20% — reaching an average of -$89 profit per order line beyond 50% discount.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product problem — it is a pricing-discipline problem. The same products are profitable at lower discount levels.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oval">
            <a:avLst/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discretionary discounts near 20% on Furniture (Tables, Bookcases) without manager approval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57200" cy="457200"/>
          </a:xfrm>
          <a:prstGeom prst="oval">
            <a:avLst/>
          </a:prstGeom>
          <a:solidFill>
            <a:srgbClr val="1F4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06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Central region's discount/pricing practices against West region's playbook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57200" cy="457200"/>
          </a:xfrm>
          <a:prstGeom prst="oval">
            <a:avLst/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661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a portion of promotional spend toward the higher-margin Home Office segment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oval">
            <a:avLst/>
          </a:prstGeom>
          <a:solidFill>
            <a:srgbClr val="1F4E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26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customer-level profit (not just revenue) and flag high-revenue, negative-profit accounts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Impact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What could improve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Recovered margin on ~1,400 order lines currently discounted above 20%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Narrowed profit gap between Central and West regions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share of revenue from the more profitable Home Office segment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Fewer high-revenue accounts that are secretly loss-making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How we'd measure success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0116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Furniture category margin %, tracked monthly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region margin % vs. West benchmark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Avg. profit per order line, by segment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 of high-revenue/negative-profit accounts, per quarter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What management should be cautious about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cost/COGS data — Profit is taken as given; we can't yet separate a pricing problem from a cost problem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covers 2014–2017 only — patterns should be validated against current transactions before acting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Discount–margin correlation is historical, not causal — some discounts may have driven volume or retention a pure margin view misses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What should be analyzed next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Pull current-year transactions to confirm the 20% discount threshold still holds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product cost data to build a true margin (not just Sales-minus-Profit) view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the customer-level profitability dashboard recommended in Slide 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2026-09-11T08:55:40Z</dcterms:created>
  <dcterms:modified xsi:type="dcterms:W3CDTF">2026-09-11T08:55:40Z</dcterms:modified>
</cp:coreProperties>
</file>